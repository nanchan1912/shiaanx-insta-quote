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65" r:id="rId4"/>
    <p:sldId id="269" r:id="rId5"/>
    <p:sldId id="271" r:id="rId6"/>
    <p:sldId id="272" r:id="rId7"/>
    <p:sldId id="270" r:id="rId8"/>
    <p:sldId id="263" r:id="rId9"/>
  </p:sldIdLst>
  <p:sldSz cx="7569200" cy="10699750"/>
  <p:notesSz cx="7569200" cy="10699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F81C"/>
    <a:srgbClr val="3FCC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94660"/>
  </p:normalViewPr>
  <p:slideViewPr>
    <p:cSldViewPr>
      <p:cViewPr>
        <p:scale>
          <a:sx n="100" d="100"/>
          <a:sy n="100" d="100"/>
        </p:scale>
        <p:origin x="1349" y="-7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D7C96-2CBA-4C95-B071-C15C63906A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ShiaanX CNC Job Card – Job ID: SX-2025-0001 | Part: Knurled Shaft (SS416)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0EDB1-FB19-4070-B98F-EB6733D110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7838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190B3-1DA5-4C35-ACF4-3BC75070F64A}" type="datetimeFigureOut">
              <a:rPr lang="en-US" smtClean="0"/>
              <a:t>25-Feb-26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53D6F-9C93-46FD-991C-713CCE6B63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04AD6-7BF0-45A2-8162-3F0871135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7838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69A46-4BA7-4E83-90BB-67F978CC1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2350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ShiaanX CNC Job Card – Job ID: SX-2025-0001 | Part: Knurled Shaft (SS416)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7838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0B5D9-05A2-40B4-9F05-1271476D2DFE}" type="datetimeFigureOut">
              <a:rPr lang="en-US" smtClean="0"/>
              <a:t>25-Feb-26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8250" y="1338263"/>
            <a:ext cx="2552700" cy="360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7238" y="5149850"/>
            <a:ext cx="6054725" cy="4213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7838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ADF0E-5ADE-4321-90A6-F2EE80BA9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4919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FA40F-9111-4CE2-A183-9F7A898B7629}" type="datetime1">
              <a:rPr lang="en-US" smtClean="0"/>
              <a:t>25-Feb-26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93C77-CB72-4717-9AE7-1F488A48115A}" type="datetime1">
              <a:rPr lang="en-US" smtClean="0"/>
              <a:t>25-Feb-26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24C63-2B7A-45FA-9865-1EA33E3EAEE8}" type="datetime1">
              <a:rPr lang="en-US" smtClean="0"/>
              <a:t>25-Feb-26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FEBDE-826F-4D29-9DB1-503315945104}" type="datetime1">
              <a:rPr lang="en-US" smtClean="0"/>
              <a:t>25-Feb-26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63C95-358B-4AA5-9280-7328CF4A02E8}" type="datetime1">
              <a:rPr lang="en-US" smtClean="0"/>
              <a:t>25-Feb-26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50819-C6B5-4728-AA08-39C36B063E47}" type="datetime1">
              <a:rPr lang="en-US" smtClean="0"/>
              <a:t>25-Feb-26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16484" y="570991"/>
            <a:ext cx="6450965" cy="105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ShiaanX </a:t>
            </a:r>
            <a:r>
              <a:rPr sz="1400" b="1" dirty="0">
                <a:latin typeface="Arial"/>
                <a:cs typeface="Arial"/>
              </a:rPr>
              <a:t>CNC </a:t>
            </a:r>
            <a:r>
              <a:rPr sz="1400" b="1" spc="-10" dirty="0">
                <a:latin typeface="Arial"/>
                <a:cs typeface="Arial"/>
              </a:rPr>
              <a:t>Job </a:t>
            </a:r>
            <a:r>
              <a:rPr sz="1400" b="1" spc="-5" dirty="0">
                <a:latin typeface="Arial"/>
                <a:cs typeface="Arial"/>
              </a:rPr>
              <a:t>Card </a:t>
            </a:r>
            <a:r>
              <a:rPr sz="1400" b="1" dirty="0">
                <a:latin typeface="Arial"/>
                <a:cs typeface="Arial"/>
              </a:rPr>
              <a:t>– </a:t>
            </a:r>
            <a:r>
              <a:rPr sz="1400" b="1" spc="-5" dirty="0">
                <a:latin typeface="Arial"/>
                <a:cs typeface="Arial"/>
              </a:rPr>
              <a:t>Job </a:t>
            </a:r>
            <a:r>
              <a:rPr sz="1400" b="1" dirty="0">
                <a:latin typeface="Arial"/>
                <a:cs typeface="Arial"/>
              </a:rPr>
              <a:t>ID: </a:t>
            </a:r>
            <a:r>
              <a:rPr sz="1400" b="1" spc="-5" dirty="0">
                <a:latin typeface="Arial"/>
                <a:cs typeface="Arial"/>
              </a:rPr>
              <a:t>SX-2025-0</a:t>
            </a:r>
            <a:r>
              <a:rPr lang="en-US" sz="1400" b="1" spc="-5" dirty="0">
                <a:latin typeface="Arial"/>
                <a:cs typeface="Arial"/>
              </a:rPr>
              <a:t>041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| </a:t>
            </a:r>
            <a:r>
              <a:rPr sz="1400" b="1" spc="-5" dirty="0">
                <a:latin typeface="Arial"/>
                <a:cs typeface="Arial"/>
              </a:rPr>
              <a:t>Part: </a:t>
            </a:r>
            <a:r>
              <a:rPr lang="en-US" sz="1400" b="1" spc="-5" dirty="0">
                <a:latin typeface="Arial"/>
                <a:cs typeface="Arial"/>
              </a:rPr>
              <a:t>3MNHH_2 (AL-6061 T6)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sz="1400" b="1" spc="-5" dirty="0">
                <a:latin typeface="Arial"/>
                <a:cs typeface="Arial"/>
              </a:rPr>
              <a:t>Job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Overview</a:t>
            </a:r>
            <a:endParaRPr sz="14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058435"/>
              </p:ext>
            </p:extLst>
          </p:nvPr>
        </p:nvGraphicFramePr>
        <p:xfrm>
          <a:off x="316484" y="1616075"/>
          <a:ext cx="6439916" cy="5904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8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22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Job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ID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Part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Name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Material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Batch Size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Drawing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No.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9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SX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_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526_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00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41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3MNHH_2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u="none" spc="-5" dirty="0">
                          <a:latin typeface="Arial"/>
                          <a:cs typeface="Arial"/>
                        </a:rPr>
                        <a:t>AL 6061-T6</a:t>
                      </a:r>
                      <a:endParaRPr sz="1000" u="none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  <a:tabLst>
                          <a:tab pos="749300" algn="l"/>
                        </a:tabLst>
                      </a:pPr>
                      <a:r>
                        <a:rPr lang="en-US" sz="1000" u="none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    10</a:t>
                      </a:r>
                      <a:endParaRPr sz="1000" u="none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u="none" spc="-5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3MCYH2</a:t>
                      </a:r>
                      <a:endParaRPr sz="1000" u="none" spc="-5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0C8F7E5-CFCF-47B3-AAAA-B83CC078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5" y="3261814"/>
            <a:ext cx="7491109" cy="41761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554049"/>
            <a:ext cx="3618992" cy="85901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000" spc="-5" dirty="0">
                <a:latin typeface="Arial"/>
                <a:cs typeface="Arial"/>
              </a:rPr>
              <a:t>Material Specification: AL 6061 T6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000" spc="-5" dirty="0">
                <a:latin typeface="Arial"/>
                <a:cs typeface="Arial"/>
              </a:rPr>
              <a:t>Raw Material Shape: Block</a:t>
            </a:r>
            <a:endParaRPr lang="en-US" sz="10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lang="en-US" sz="1000" spc="-5" dirty="0">
                <a:latin typeface="Arial"/>
                <a:cs typeface="Arial"/>
              </a:rPr>
              <a:t>Raw Material Size for 1 part: 38*16*18mm</a:t>
            </a: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lang="en-US" sz="1000" spc="-5" dirty="0">
                <a:latin typeface="Arial"/>
                <a:cs typeface="Arial"/>
              </a:rPr>
              <a:t>Timeline:</a:t>
            </a:r>
            <a:r>
              <a:rPr lang="en-US" sz="1000" spc="10" dirty="0">
                <a:latin typeface="Arial"/>
                <a:cs typeface="Arial"/>
              </a:rPr>
              <a:t> </a:t>
            </a:r>
            <a:r>
              <a:rPr lang="en-US" sz="1000" spc="-5" dirty="0">
                <a:latin typeface="Arial"/>
                <a:cs typeface="Arial"/>
              </a:rPr>
              <a:t>Start: 12-09-2025</a:t>
            </a:r>
            <a:r>
              <a:rPr lang="en-US" sz="10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 </a:t>
            </a:r>
            <a:r>
              <a:rPr lang="en-US" sz="1000" spc="-5" dirty="0">
                <a:latin typeface="Arial"/>
                <a:cs typeface="Arial"/>
              </a:rPr>
              <a:t>End:</a:t>
            </a:r>
            <a:r>
              <a:rPr lang="en-US" sz="10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13-09-2025</a:t>
            </a: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lang="en-US" sz="10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Estimated: 2 days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280116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Raw Material MTC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As per specs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 time per batch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1277D21-911E-4078-A063-E92F65FBD324}"/>
              </a:ext>
            </a:extLst>
          </p:cNvPr>
          <p:cNvSpPr txBox="1"/>
          <p:nvPr/>
        </p:nvSpPr>
        <p:spPr>
          <a:xfrm>
            <a:off x="294965" y="383050"/>
            <a:ext cx="6450965" cy="105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3MNHH_2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Raw Material Procurement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93E717-44BA-411F-889E-6562B1B99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83" y="3520916"/>
            <a:ext cx="5791702" cy="36579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614969"/>
            <a:ext cx="3421379" cy="92050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5" dirty="0">
                <a:latin typeface="Arial"/>
                <a:cs typeface="Arial"/>
              </a:rPr>
              <a:t>Machine: </a:t>
            </a:r>
            <a:r>
              <a:rPr lang="en-US" sz="900" spc="-5" dirty="0">
                <a:latin typeface="Arial"/>
                <a:cs typeface="Arial"/>
              </a:rPr>
              <a:t>VMC 3 Axis</a:t>
            </a:r>
            <a:endParaRPr sz="9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Tools:</a:t>
            </a:r>
            <a:r>
              <a:rPr lang="en-US" sz="900" spc="-5" dirty="0">
                <a:latin typeface="Arial"/>
                <a:cs typeface="Arial"/>
              </a:rPr>
              <a:t> - </a:t>
            </a:r>
            <a:r>
              <a:rPr lang="en-US" sz="900" spc="-5" dirty="0" err="1">
                <a:latin typeface="Arial"/>
                <a:cs typeface="Arial"/>
              </a:rPr>
              <a:t>dia</a:t>
            </a:r>
            <a:r>
              <a:rPr lang="en-US" sz="900" spc="-5" dirty="0">
                <a:latin typeface="Arial"/>
                <a:cs typeface="Arial"/>
              </a:rPr>
              <a:t> 2 endmill cutter</a:t>
            </a: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Tolerance: ±0.05mm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spc="-5" dirty="0">
                <a:latin typeface="Arial"/>
                <a:cs typeface="Arial"/>
              </a:rPr>
              <a:t>Cutting Parameters: RPM: 1200, Feed: 0.15 </a:t>
            </a:r>
            <a:r>
              <a:rPr sz="900" dirty="0">
                <a:latin typeface="Arial"/>
                <a:cs typeface="Arial"/>
              </a:rPr>
              <a:t>mm/rev, </a:t>
            </a:r>
            <a:r>
              <a:rPr sz="900" spc="-5" dirty="0">
                <a:latin typeface="Arial"/>
                <a:cs typeface="Arial"/>
              </a:rPr>
              <a:t>DOC: 1.5 </a:t>
            </a:r>
            <a:r>
              <a:rPr sz="900" spc="-45" dirty="0">
                <a:latin typeface="Arial"/>
                <a:cs typeface="Arial"/>
              </a:rPr>
              <a:t>mm  </a:t>
            </a:r>
            <a:r>
              <a:rPr sz="900" spc="-5" dirty="0">
                <a:latin typeface="Arial"/>
                <a:cs typeface="Arial"/>
              </a:rPr>
              <a:t>Timeline: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Start: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15-09-2025    </a:t>
            </a:r>
            <a:r>
              <a:rPr sz="900" spc="-5" dirty="0">
                <a:latin typeface="Arial"/>
                <a:cs typeface="Arial"/>
              </a:rPr>
              <a:t>End:</a:t>
            </a:r>
            <a:r>
              <a:rPr lang="en-US" sz="900" spc="-5" dirty="0">
                <a:latin typeface="Arial"/>
                <a:cs typeface="Arial"/>
              </a:rPr>
              <a:t> 15-09-2025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lang="en-US" sz="900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dirty="0">
                <a:latin typeface="Arial"/>
                <a:cs typeface="Arial"/>
              </a:rPr>
              <a:t>Est: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71638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1.2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+0.05mm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 err="1">
                          <a:latin typeface="Arial"/>
                          <a:cs typeface="Arial"/>
                        </a:rPr>
                        <a:t>Dia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 2.8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0.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05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dirty="0" err="1">
                          <a:latin typeface="Arial"/>
                          <a:cs typeface="Arial"/>
                        </a:rPr>
                        <a:t>Dia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 1.6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0.05</a:t>
                      </a:r>
                      <a:r>
                        <a:rPr lang="en-US"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100%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2CEB7E-9205-47E7-8AEA-44BDDBFEAAD0}"/>
              </a:ext>
            </a:extLst>
          </p:cNvPr>
          <p:cNvSpPr/>
          <p:nvPr/>
        </p:nvSpPr>
        <p:spPr>
          <a:xfrm>
            <a:off x="279400" y="7452270"/>
            <a:ext cx="232092" cy="255838"/>
          </a:xfrm>
          <a:prstGeom prst="actionButtonBlank">
            <a:avLst/>
          </a:prstGeom>
          <a:solidFill>
            <a:srgbClr val="5BF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8C8F8-4B66-4C5F-B8D8-B6F9684E2D29}"/>
              </a:ext>
            </a:extLst>
          </p:cNvPr>
          <p:cNvSpPr txBox="1"/>
          <p:nvPr/>
        </p:nvSpPr>
        <p:spPr>
          <a:xfrm>
            <a:off x="501968" y="7435076"/>
            <a:ext cx="2744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Green Area- Machined as per 2d drawing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4828795-A487-45E3-AF68-7BB829C7E98D}"/>
              </a:ext>
            </a:extLst>
          </p:cNvPr>
          <p:cNvSpPr txBox="1"/>
          <p:nvPr/>
        </p:nvSpPr>
        <p:spPr>
          <a:xfrm>
            <a:off x="294965" y="383050"/>
            <a:ext cx="6450965" cy="105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3MNHH_2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VMC Setup-1 (Milling and Drilling)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CBF4B1-96DA-4C56-B572-CF739562D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17" y="2832763"/>
            <a:ext cx="3499255" cy="19075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A0F02C-D959-482F-9E27-AC5346294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565" y="4770840"/>
            <a:ext cx="3962400" cy="211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2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614969"/>
            <a:ext cx="3421379" cy="107426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5" dirty="0">
                <a:latin typeface="Arial"/>
                <a:cs typeface="Arial"/>
              </a:rPr>
              <a:t>Machine: </a:t>
            </a:r>
            <a:r>
              <a:rPr lang="en-US" sz="900" spc="-5" dirty="0">
                <a:latin typeface="Arial"/>
                <a:cs typeface="Arial"/>
              </a:rPr>
              <a:t>VMC 3 Axis</a:t>
            </a:r>
            <a:endParaRPr sz="9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Tools:</a:t>
            </a:r>
            <a:r>
              <a:rPr lang="en-US" sz="900" spc="-5" dirty="0">
                <a:latin typeface="Arial"/>
                <a:cs typeface="Arial"/>
              </a:rPr>
              <a:t> - </a:t>
            </a:r>
            <a:r>
              <a:rPr lang="en-US" sz="900" spc="-5" dirty="0" err="1">
                <a:latin typeface="Arial"/>
                <a:cs typeface="Arial"/>
              </a:rPr>
              <a:t>dia</a:t>
            </a:r>
            <a:r>
              <a:rPr lang="en-US" sz="900" spc="-5" dirty="0">
                <a:latin typeface="Arial"/>
                <a:cs typeface="Arial"/>
              </a:rPr>
              <a:t> 2 endmill cutter</a:t>
            </a: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Tolerance: ±0.05mm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spc="-5" dirty="0">
                <a:latin typeface="Arial"/>
                <a:cs typeface="Arial"/>
              </a:rPr>
              <a:t>Cutting Parameters: RPM: 1200, Feed: 0.15 </a:t>
            </a:r>
            <a:r>
              <a:rPr sz="900" dirty="0">
                <a:latin typeface="Arial"/>
                <a:cs typeface="Arial"/>
              </a:rPr>
              <a:t>mm/rev, </a:t>
            </a:r>
            <a:r>
              <a:rPr sz="900" spc="-5" dirty="0">
                <a:latin typeface="Arial"/>
                <a:cs typeface="Arial"/>
              </a:rPr>
              <a:t>DOC: 1.5 </a:t>
            </a:r>
            <a:r>
              <a:rPr sz="900" spc="-45" dirty="0">
                <a:latin typeface="Arial"/>
                <a:cs typeface="Arial"/>
              </a:rPr>
              <a:t>mm  </a:t>
            </a:r>
            <a:r>
              <a:rPr sz="900" spc="-5" dirty="0">
                <a:latin typeface="Arial"/>
                <a:cs typeface="Arial"/>
              </a:rPr>
              <a:t>Timeline: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Start: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16-09-2025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spc="-5" dirty="0">
                <a:latin typeface="Arial"/>
                <a:cs typeface="Arial"/>
              </a:rPr>
              <a:t>End:</a:t>
            </a:r>
            <a:r>
              <a:rPr lang="en-US" sz="900" spc="-5" dirty="0">
                <a:latin typeface="Arial"/>
                <a:cs typeface="Arial"/>
              </a:rPr>
              <a:t> 16-09-2025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lang="en-US" sz="900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dirty="0">
                <a:latin typeface="Arial"/>
                <a:cs typeface="Arial"/>
              </a:rPr>
              <a:t>Est: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490543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1.2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+0.05mm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9.05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0.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05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dirty="0">
                          <a:latin typeface="Arial"/>
                          <a:cs typeface="Arial"/>
                        </a:rPr>
                        <a:t>10.82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0.05</a:t>
                      </a:r>
                      <a:r>
                        <a:rPr lang="en-US"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100%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dirty="0">
                          <a:latin typeface="Arial"/>
                          <a:cs typeface="Arial"/>
                        </a:rPr>
                        <a:t>1.00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 ± 0.05</a:t>
                      </a:r>
                      <a:r>
                        <a:rPr lang="en-US"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100%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2CEB7E-9205-47E7-8AEA-44BDDBFEAAD0}"/>
              </a:ext>
            </a:extLst>
          </p:cNvPr>
          <p:cNvSpPr/>
          <p:nvPr/>
        </p:nvSpPr>
        <p:spPr>
          <a:xfrm>
            <a:off x="279400" y="7452270"/>
            <a:ext cx="232092" cy="255838"/>
          </a:xfrm>
          <a:prstGeom prst="actionButtonBlank">
            <a:avLst/>
          </a:prstGeom>
          <a:solidFill>
            <a:srgbClr val="5BF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8C8F8-4B66-4C5F-B8D8-B6F9684E2D29}"/>
              </a:ext>
            </a:extLst>
          </p:cNvPr>
          <p:cNvSpPr txBox="1"/>
          <p:nvPr/>
        </p:nvSpPr>
        <p:spPr>
          <a:xfrm>
            <a:off x="501968" y="7435076"/>
            <a:ext cx="2744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Green Area- Machined as per 2d drawing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4828795-A487-45E3-AF68-7BB829C7E98D}"/>
              </a:ext>
            </a:extLst>
          </p:cNvPr>
          <p:cNvSpPr txBox="1"/>
          <p:nvPr/>
        </p:nvSpPr>
        <p:spPr>
          <a:xfrm>
            <a:off x="294965" y="383050"/>
            <a:ext cx="6450965" cy="105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3MNHH_2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VMC Setup-2 (Milling)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6FC014-D56B-4AC3-837A-E2C1B4A7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3222837"/>
            <a:ext cx="4761398" cy="253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0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614969"/>
            <a:ext cx="3421379" cy="92050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5" dirty="0">
                <a:latin typeface="Arial"/>
                <a:cs typeface="Arial"/>
              </a:rPr>
              <a:t>Machine: </a:t>
            </a:r>
            <a:r>
              <a:rPr lang="en-US" sz="900" spc="-5" dirty="0">
                <a:latin typeface="Arial"/>
                <a:cs typeface="Arial"/>
              </a:rPr>
              <a:t>VMC 3 Axis</a:t>
            </a:r>
            <a:endParaRPr sz="9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Tools:</a:t>
            </a:r>
            <a:r>
              <a:rPr lang="en-US" sz="900" spc="-5" dirty="0">
                <a:latin typeface="Arial"/>
                <a:cs typeface="Arial"/>
              </a:rPr>
              <a:t> - Pilot drill of 1.25mm and 2 mm</a:t>
            </a: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Tolerance: ±0.05mm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spc="-5" dirty="0">
                <a:latin typeface="Arial"/>
                <a:cs typeface="Arial"/>
              </a:rPr>
              <a:t>Cutting Parameters: RPM: 1200, Feed: 0.15 </a:t>
            </a:r>
            <a:r>
              <a:rPr sz="900" dirty="0">
                <a:latin typeface="Arial"/>
                <a:cs typeface="Arial"/>
              </a:rPr>
              <a:t>mm/rev, </a:t>
            </a:r>
            <a:r>
              <a:rPr sz="900" spc="-5" dirty="0">
                <a:latin typeface="Arial"/>
                <a:cs typeface="Arial"/>
              </a:rPr>
              <a:t>DOC: 1.5 </a:t>
            </a:r>
            <a:r>
              <a:rPr sz="900" spc="-45" dirty="0">
                <a:latin typeface="Arial"/>
                <a:cs typeface="Arial"/>
              </a:rPr>
              <a:t>mm  </a:t>
            </a:r>
            <a:r>
              <a:rPr sz="900" spc="-5" dirty="0">
                <a:latin typeface="Arial"/>
                <a:cs typeface="Arial"/>
              </a:rPr>
              <a:t>Timeline: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Start: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17-09-2025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spc="-5" dirty="0">
                <a:latin typeface="Arial"/>
                <a:cs typeface="Arial"/>
              </a:rPr>
              <a:t>End: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17-09-2025</a:t>
            </a: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dirty="0">
                <a:latin typeface="Arial"/>
                <a:cs typeface="Arial"/>
              </a:rPr>
              <a:t>Est: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976862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 err="1">
                          <a:latin typeface="Arial"/>
                          <a:cs typeface="Arial"/>
                        </a:rPr>
                        <a:t>Dia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 2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+0.05mm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 err="1">
                          <a:latin typeface="Arial"/>
                          <a:cs typeface="Arial"/>
                        </a:rPr>
                        <a:t>Dia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 1.25 mm for Tap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0.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05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2CEB7E-9205-47E7-8AEA-44BDDBFEAAD0}"/>
              </a:ext>
            </a:extLst>
          </p:cNvPr>
          <p:cNvSpPr/>
          <p:nvPr/>
        </p:nvSpPr>
        <p:spPr>
          <a:xfrm>
            <a:off x="279400" y="7452270"/>
            <a:ext cx="232092" cy="255838"/>
          </a:xfrm>
          <a:prstGeom prst="actionButtonBlank">
            <a:avLst/>
          </a:prstGeom>
          <a:solidFill>
            <a:srgbClr val="5BF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8C8F8-4B66-4C5F-B8D8-B6F9684E2D29}"/>
              </a:ext>
            </a:extLst>
          </p:cNvPr>
          <p:cNvSpPr txBox="1"/>
          <p:nvPr/>
        </p:nvSpPr>
        <p:spPr>
          <a:xfrm>
            <a:off x="501968" y="7435076"/>
            <a:ext cx="2744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Green Area- Machined as per 2d drawing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4828795-A487-45E3-AF68-7BB829C7E98D}"/>
              </a:ext>
            </a:extLst>
          </p:cNvPr>
          <p:cNvSpPr txBox="1"/>
          <p:nvPr/>
        </p:nvSpPr>
        <p:spPr>
          <a:xfrm>
            <a:off x="294965" y="383050"/>
            <a:ext cx="6450965" cy="105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3MNHH_2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VMC Setup-3 (Drilling)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98D37E-8F09-4832-A4DE-556D0C0ED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5" y="3412245"/>
            <a:ext cx="5814564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1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614969"/>
            <a:ext cx="3421379" cy="107426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5" dirty="0">
                <a:latin typeface="Arial"/>
                <a:cs typeface="Arial"/>
              </a:rPr>
              <a:t>Machine: </a:t>
            </a:r>
            <a:r>
              <a:rPr lang="en-US" sz="900" spc="-5" dirty="0">
                <a:latin typeface="Arial"/>
                <a:cs typeface="Arial"/>
              </a:rPr>
              <a:t>VMC 3 Axis</a:t>
            </a:r>
            <a:endParaRPr sz="9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Tools:</a:t>
            </a:r>
            <a:r>
              <a:rPr lang="en-US" sz="900" spc="-5" dirty="0">
                <a:latin typeface="Arial"/>
                <a:cs typeface="Arial"/>
              </a:rPr>
              <a:t> - Pilot drill of 1.25mm and 2 mm</a:t>
            </a: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Tolerance: ±0.05mm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spc="-5" dirty="0">
                <a:latin typeface="Arial"/>
                <a:cs typeface="Arial"/>
              </a:rPr>
              <a:t>Cutting Parameters: RPM: 1200, Feed: 0.15 </a:t>
            </a:r>
            <a:r>
              <a:rPr sz="900" dirty="0">
                <a:latin typeface="Arial"/>
                <a:cs typeface="Arial"/>
              </a:rPr>
              <a:t>mm/rev, </a:t>
            </a:r>
            <a:r>
              <a:rPr sz="900" spc="-5" dirty="0">
                <a:latin typeface="Arial"/>
                <a:cs typeface="Arial"/>
              </a:rPr>
              <a:t>DOC: 1.5 </a:t>
            </a:r>
            <a:r>
              <a:rPr sz="900" spc="-45" dirty="0">
                <a:latin typeface="Arial"/>
                <a:cs typeface="Arial"/>
              </a:rPr>
              <a:t>mm  </a:t>
            </a:r>
            <a:r>
              <a:rPr sz="900" spc="-5" dirty="0">
                <a:latin typeface="Arial"/>
                <a:cs typeface="Arial"/>
              </a:rPr>
              <a:t>Timeline: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Start: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17-09-2025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spc="-5" dirty="0">
                <a:latin typeface="Arial"/>
                <a:cs typeface="Arial"/>
              </a:rPr>
              <a:t>End:</a:t>
            </a:r>
            <a:r>
              <a:rPr lang="en-US" sz="900" spc="-5" dirty="0">
                <a:latin typeface="Arial"/>
                <a:cs typeface="Arial"/>
              </a:rPr>
              <a:t> 17-09-2025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lang="en-US" sz="900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dirty="0">
                <a:latin typeface="Arial"/>
                <a:cs typeface="Arial"/>
              </a:rPr>
              <a:t>Est: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483649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 err="1">
                          <a:latin typeface="Arial"/>
                          <a:cs typeface="Arial"/>
                        </a:rPr>
                        <a:t>Dia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 2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+0.05mm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 err="1">
                          <a:latin typeface="Arial"/>
                          <a:cs typeface="Arial"/>
                        </a:rPr>
                        <a:t>Dia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 1.25 mm for Tap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0.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05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2CEB7E-9205-47E7-8AEA-44BDDBFEAAD0}"/>
              </a:ext>
            </a:extLst>
          </p:cNvPr>
          <p:cNvSpPr/>
          <p:nvPr/>
        </p:nvSpPr>
        <p:spPr>
          <a:xfrm>
            <a:off x="279400" y="7452270"/>
            <a:ext cx="232092" cy="255838"/>
          </a:xfrm>
          <a:prstGeom prst="actionButtonBlank">
            <a:avLst/>
          </a:prstGeom>
          <a:solidFill>
            <a:srgbClr val="5BF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8C8F8-4B66-4C5F-B8D8-B6F9684E2D29}"/>
              </a:ext>
            </a:extLst>
          </p:cNvPr>
          <p:cNvSpPr txBox="1"/>
          <p:nvPr/>
        </p:nvSpPr>
        <p:spPr>
          <a:xfrm>
            <a:off x="501968" y="7435076"/>
            <a:ext cx="2744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Green Area- Machined as per 2d drawing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4828795-A487-45E3-AF68-7BB829C7E98D}"/>
              </a:ext>
            </a:extLst>
          </p:cNvPr>
          <p:cNvSpPr txBox="1"/>
          <p:nvPr/>
        </p:nvSpPr>
        <p:spPr>
          <a:xfrm>
            <a:off x="294965" y="383050"/>
            <a:ext cx="6450965" cy="105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3MNHH_2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VMC Setup-4 (Drilling)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A3389B-3744-473F-A3EB-8A4375A38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3550171"/>
            <a:ext cx="5763769" cy="293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1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614969"/>
            <a:ext cx="3421379" cy="92050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5" dirty="0">
                <a:latin typeface="Arial"/>
                <a:cs typeface="Arial"/>
              </a:rPr>
              <a:t>Machine: </a:t>
            </a:r>
            <a:r>
              <a:rPr lang="en-US" sz="900" spc="-5" dirty="0">
                <a:latin typeface="Arial"/>
                <a:cs typeface="Arial"/>
              </a:rPr>
              <a:t>Manual Tapping </a:t>
            </a:r>
            <a:endParaRPr sz="9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Tools:</a:t>
            </a:r>
            <a:r>
              <a:rPr lang="en-US" sz="900" spc="-5" dirty="0">
                <a:latin typeface="Arial"/>
                <a:cs typeface="Arial"/>
              </a:rPr>
              <a:t> - Tapping set of M1.6</a:t>
            </a: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Tolerance: </a:t>
            </a:r>
            <a:r>
              <a:rPr lang="en-US" sz="900" spc="-5" dirty="0">
                <a:latin typeface="Arial"/>
                <a:cs typeface="Arial"/>
              </a:rPr>
              <a:t>NA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lang="en-US" sz="900" spc="-5" dirty="0">
                <a:latin typeface="Arial"/>
                <a:cs typeface="Arial"/>
              </a:rPr>
              <a:t>Tapping</a:t>
            </a:r>
            <a:r>
              <a:rPr sz="900" spc="-5" dirty="0">
                <a:latin typeface="Arial"/>
                <a:cs typeface="Arial"/>
              </a:rPr>
              <a:t> Parameters: </a:t>
            </a:r>
            <a:r>
              <a:rPr lang="en-US" sz="900" spc="-5" dirty="0">
                <a:latin typeface="Arial"/>
                <a:cs typeface="Arial"/>
              </a:rPr>
              <a:t>M1.6x 0.4</a:t>
            </a:r>
            <a:r>
              <a:rPr sz="900" spc="-45" dirty="0">
                <a:latin typeface="Arial"/>
                <a:cs typeface="Arial"/>
              </a:rPr>
              <a:t>mm </a:t>
            </a:r>
            <a:endParaRPr lang="en-US" sz="900" spc="-45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spc="-5" dirty="0">
                <a:latin typeface="Arial"/>
                <a:cs typeface="Arial"/>
              </a:rPr>
              <a:t>Timeline: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Start: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18-09-2025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spc="-5" dirty="0">
                <a:latin typeface="Arial"/>
                <a:cs typeface="Arial"/>
              </a:rPr>
              <a:t>End:</a:t>
            </a:r>
            <a:r>
              <a:rPr lang="en-US" sz="900" spc="-5" dirty="0">
                <a:latin typeface="Arial"/>
                <a:cs typeface="Arial"/>
              </a:rPr>
              <a:t> 18-09-2025</a:t>
            </a:r>
            <a:endParaRPr lang="en-US" sz="900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dirty="0">
                <a:latin typeface="Arial"/>
                <a:cs typeface="Arial"/>
              </a:rPr>
              <a:t>Est: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497973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M1.6 x0.4MM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NA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2CEB7E-9205-47E7-8AEA-44BDDBFEAAD0}"/>
              </a:ext>
            </a:extLst>
          </p:cNvPr>
          <p:cNvSpPr/>
          <p:nvPr/>
        </p:nvSpPr>
        <p:spPr>
          <a:xfrm>
            <a:off x="279400" y="7452270"/>
            <a:ext cx="232092" cy="255838"/>
          </a:xfrm>
          <a:prstGeom prst="actionButtonBlank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8C8F8-4B66-4C5F-B8D8-B6F9684E2D29}"/>
              </a:ext>
            </a:extLst>
          </p:cNvPr>
          <p:cNvSpPr txBox="1"/>
          <p:nvPr/>
        </p:nvSpPr>
        <p:spPr>
          <a:xfrm>
            <a:off x="501968" y="7435076"/>
            <a:ext cx="2498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Blue Area- Tapping as per 2d drawing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4828795-A487-45E3-AF68-7BB829C7E98D}"/>
              </a:ext>
            </a:extLst>
          </p:cNvPr>
          <p:cNvSpPr txBox="1"/>
          <p:nvPr/>
        </p:nvSpPr>
        <p:spPr>
          <a:xfrm>
            <a:off x="294965" y="383050"/>
            <a:ext cx="6450965" cy="105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3MNHH_2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Setup-5 (Manual Tapping M1.6x0.4mm)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3572F1-F557-4365-A664-4031DFD6E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097" y="3441179"/>
            <a:ext cx="4477006" cy="232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77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60400" y="1298549"/>
            <a:ext cx="1645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Timeline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Sign-off</a:t>
            </a:r>
            <a:endParaRPr sz="14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39220"/>
              </p:ext>
            </p:extLst>
          </p:nvPr>
        </p:nvGraphicFramePr>
        <p:xfrm>
          <a:off x="928116" y="1924811"/>
          <a:ext cx="5715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Start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Date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Estimated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Completion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Delivery Due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Date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15-09-2025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18-09-2025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22-09-2025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1623" y="2636532"/>
          <a:ext cx="5969633" cy="457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58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Vendor Signature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Date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ShiaanX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Approval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Date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022350" y="2345924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7350" y="2345924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32350" y="2345924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19350" y="3049165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9350" y="3049165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94350" y="3049165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0BBF98FC-92FD-452B-9838-7B407C39EBE8}"/>
              </a:ext>
            </a:extLst>
          </p:cNvPr>
          <p:cNvSpPr txBox="1"/>
          <p:nvPr/>
        </p:nvSpPr>
        <p:spPr>
          <a:xfrm>
            <a:off x="294965" y="383050"/>
            <a:ext cx="6450965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3MNHH_2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</TotalTime>
  <Words>674</Words>
  <Application>Microsoft Office PowerPoint</Application>
  <PresentationFormat>Custom</PresentationFormat>
  <Paragraphs>172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LENOVO</cp:lastModifiedBy>
  <cp:revision>37</cp:revision>
  <dcterms:created xsi:type="dcterms:W3CDTF">2025-08-22T07:09:27Z</dcterms:created>
  <dcterms:modified xsi:type="dcterms:W3CDTF">2026-02-25T04:41:20Z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2025-08-21T00:00:00Z</vt:filetime>
  </property>
  <property fmtid="{D5CDD505-2E9C-101B-9397-08002B2CF9AE}" pid="3" name="Creator">
    <vt:lpwstr>Acrobat PDFMaker 20 for Word</vt:lpwstr>
  </property>
  <property fmtid="{D5CDD505-2E9C-101B-9397-08002B2CF9AE}" pid="4" name="LastSaved">
    <vt:filetime>2025-08-22T00:00:00Z</vt:filetime>
  </property>
</Properties>
</file>