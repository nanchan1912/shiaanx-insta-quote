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5" r:id="rId4"/>
    <p:sldId id="269" r:id="rId5"/>
    <p:sldId id="271" r:id="rId6"/>
    <p:sldId id="270" r:id="rId7"/>
    <p:sldId id="263" r:id="rId8"/>
  </p:sldIdLst>
  <p:sldSz cx="7569200" cy="10699750"/>
  <p:notesSz cx="7569200" cy="1069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F81C"/>
    <a:srgbClr val="3FC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60"/>
  </p:normalViewPr>
  <p:slideViewPr>
    <p:cSldViewPr>
      <p:cViewPr>
        <p:scale>
          <a:sx n="150" d="100"/>
          <a:sy n="150" d="100"/>
        </p:scale>
        <p:origin x="154" y="-168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D7C96-2CBA-4C95-B071-C15C63906A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ShiaanX CNC Job Card – Job ID: SX-2025-0001 | Part: Knurled Shaft (SS416)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0EDB1-FB19-4070-B98F-EB6733D110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7838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190B3-1DA5-4C35-ACF4-3BC75070F64A}" type="datetimeFigureOut">
              <a:rPr lang="en-US" smtClean="0"/>
              <a:t>25-Feb-26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53D6F-9C93-46FD-991C-713CCE6B63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04AD6-7BF0-45A2-8162-3F0871135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7838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69A46-4BA7-4E83-90BB-67F978CC1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350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ShiaanX CNC Job Card – Job ID: SX-2025-0001 | Part: Knurled Shaft (SS416)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7838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0B5D9-05A2-40B4-9F05-1271476D2DFE}" type="datetimeFigureOut">
              <a:rPr lang="en-US" smtClean="0"/>
              <a:t>25-Feb-26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8250" y="1338263"/>
            <a:ext cx="2552700" cy="360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7238" y="5149850"/>
            <a:ext cx="6054725" cy="4213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7838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ADF0E-5ADE-4321-90A6-F2EE80BA9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919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FA40F-9111-4CE2-A183-9F7A898B7629}" type="datetime1">
              <a:rPr lang="en-US" smtClean="0"/>
              <a:t>25-Feb-26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93C77-CB72-4717-9AE7-1F488A48115A}" type="datetime1">
              <a:rPr lang="en-US" smtClean="0"/>
              <a:t>25-Feb-26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24C63-2B7A-45FA-9865-1EA33E3EAEE8}" type="datetime1">
              <a:rPr lang="en-US" smtClean="0"/>
              <a:t>25-Feb-26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FEBDE-826F-4D29-9DB1-503315945104}" type="datetime1">
              <a:rPr lang="en-US" smtClean="0"/>
              <a:t>25-Feb-26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63C95-358B-4AA5-9280-7328CF4A02E8}" type="datetime1">
              <a:rPr lang="en-US" smtClean="0"/>
              <a:t>25-Feb-26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0819-C6B5-4728-AA08-39C36B063E47}" type="datetime1">
              <a:rPr lang="en-US" smtClean="0"/>
              <a:t>25-Feb-26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6484" y="570991"/>
            <a:ext cx="6450965" cy="105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ShiaanX </a:t>
            </a:r>
            <a:r>
              <a:rPr sz="1400" b="1" dirty="0">
                <a:latin typeface="Arial"/>
                <a:cs typeface="Arial"/>
              </a:rPr>
              <a:t>CNC </a:t>
            </a:r>
            <a:r>
              <a:rPr sz="1400" b="1" spc="-10" dirty="0">
                <a:latin typeface="Arial"/>
                <a:cs typeface="Arial"/>
              </a:rPr>
              <a:t>Job </a:t>
            </a:r>
            <a:r>
              <a:rPr sz="1400" b="1" spc="-5" dirty="0">
                <a:latin typeface="Arial"/>
                <a:cs typeface="Arial"/>
              </a:rPr>
              <a:t>Card </a:t>
            </a:r>
            <a:r>
              <a:rPr sz="1400" b="1" dirty="0">
                <a:latin typeface="Arial"/>
                <a:cs typeface="Arial"/>
              </a:rPr>
              <a:t>– </a:t>
            </a:r>
            <a:r>
              <a:rPr sz="1400" b="1" spc="-5" dirty="0">
                <a:latin typeface="Arial"/>
                <a:cs typeface="Arial"/>
              </a:rPr>
              <a:t>Job </a:t>
            </a:r>
            <a:r>
              <a:rPr sz="1400" b="1" dirty="0">
                <a:latin typeface="Arial"/>
                <a:cs typeface="Arial"/>
              </a:rPr>
              <a:t>ID: </a:t>
            </a:r>
            <a:r>
              <a:rPr sz="1400" b="1" spc="-5" dirty="0">
                <a:latin typeface="Arial"/>
                <a:cs typeface="Arial"/>
              </a:rPr>
              <a:t>SX-2025-0</a:t>
            </a:r>
            <a:r>
              <a:rPr lang="en-US" sz="1400" b="1" spc="-5" dirty="0">
                <a:latin typeface="Arial"/>
                <a:cs typeface="Arial"/>
              </a:rPr>
              <a:t>041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| </a:t>
            </a:r>
            <a:r>
              <a:rPr sz="1400" b="1" spc="-5" dirty="0">
                <a:latin typeface="Arial"/>
                <a:cs typeface="Arial"/>
              </a:rPr>
              <a:t>Part: </a:t>
            </a:r>
            <a:r>
              <a:rPr lang="en-US" sz="1400" b="1" spc="-5" dirty="0">
                <a:latin typeface="Arial"/>
                <a:cs typeface="Arial"/>
              </a:rPr>
              <a:t>3MCYH2_2 (AL-6061 T6)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sz="1400" b="1" spc="-5" dirty="0">
                <a:latin typeface="Arial"/>
                <a:cs typeface="Arial"/>
              </a:rPr>
              <a:t>Job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Overview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983161"/>
              </p:ext>
            </p:extLst>
          </p:nvPr>
        </p:nvGraphicFramePr>
        <p:xfrm>
          <a:off x="316484" y="1616075"/>
          <a:ext cx="6439916" cy="590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8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22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ID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Part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Name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Material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Batch Size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Drawing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No.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9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SX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_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526_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00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41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3MCYH2_2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u="none" spc="-5" dirty="0">
                          <a:latin typeface="Arial"/>
                          <a:cs typeface="Arial"/>
                        </a:rPr>
                        <a:t>AL 6061-T6</a:t>
                      </a:r>
                      <a:endParaRPr sz="1000" u="none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749300" algn="l"/>
                        </a:tabLst>
                      </a:pPr>
                      <a:r>
                        <a:rPr lang="en-US" sz="1000" u="none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    10</a:t>
                      </a:r>
                      <a:endParaRPr sz="1000" u="none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u="none" spc="-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3MCYH2</a:t>
                      </a:r>
                      <a:endParaRPr sz="1000" u="none" spc="-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DD1553-B593-4581-8825-DC2EB048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6065"/>
            <a:ext cx="7569200" cy="3967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554049"/>
            <a:ext cx="3618992" cy="85901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000" spc="-5" dirty="0">
                <a:latin typeface="Arial"/>
                <a:cs typeface="Arial"/>
              </a:rPr>
              <a:t>Material Specification: AL 6061 T6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000" spc="-5" dirty="0">
                <a:latin typeface="Arial"/>
                <a:cs typeface="Arial"/>
              </a:rPr>
              <a:t>Raw Material Shape: Block</a:t>
            </a:r>
            <a:endParaRPr lang="en-US" sz="10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lang="en-US" sz="1000" spc="-5" dirty="0">
                <a:latin typeface="Arial"/>
                <a:cs typeface="Arial"/>
              </a:rPr>
              <a:t>Raw Material Size for 1 part: 15*10*35mm</a:t>
            </a: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lang="en-US" sz="1000" spc="-5" dirty="0">
                <a:latin typeface="Arial"/>
                <a:cs typeface="Arial"/>
              </a:rPr>
              <a:t>Timeline:</a:t>
            </a:r>
            <a:r>
              <a:rPr lang="en-US" sz="1000" spc="10" dirty="0">
                <a:latin typeface="Arial"/>
                <a:cs typeface="Arial"/>
              </a:rPr>
              <a:t> </a:t>
            </a:r>
            <a:r>
              <a:rPr lang="en-US" sz="1000" spc="-5" dirty="0">
                <a:latin typeface="Arial"/>
                <a:cs typeface="Arial"/>
              </a:rPr>
              <a:t>Start: 12-09-2025</a:t>
            </a:r>
            <a:r>
              <a:rPr lang="en-US" sz="10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 </a:t>
            </a:r>
            <a:r>
              <a:rPr lang="en-US" sz="1000" spc="-5" dirty="0">
                <a:latin typeface="Arial"/>
                <a:cs typeface="Arial"/>
              </a:rPr>
              <a:t>End:</a:t>
            </a:r>
            <a:r>
              <a:rPr lang="en-US" sz="10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13-09-2025</a:t>
            </a: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lang="en-US" sz="10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Estimated: 2 days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280116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Raw Material MTC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As per specs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 time per batch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1277D21-911E-4078-A063-E92F65FBD324}"/>
              </a:ext>
            </a:extLst>
          </p:cNvPr>
          <p:cNvSpPr txBox="1"/>
          <p:nvPr/>
        </p:nvSpPr>
        <p:spPr>
          <a:xfrm>
            <a:off x="294965" y="383050"/>
            <a:ext cx="6450965" cy="841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3MCYH2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Raw Material Procurement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E2362-4975-40C5-99CF-C0ADBEFA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51" y="4244879"/>
            <a:ext cx="5052498" cy="2209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618992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Endmill cutter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2, flat drill 1.5 &amp;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2, Ball nose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2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19-09-2025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19-09-2025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18066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 err="1">
                          <a:latin typeface="Arial"/>
                          <a:cs typeface="Arial"/>
                        </a:rPr>
                        <a:t>Dia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 2.8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26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6mm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 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841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3MCYH2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Setup-1 (Milling and Drilling)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9D2100-E678-4B8B-BBD6-17C5F0440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66" y="2939549"/>
            <a:ext cx="3846354" cy="1620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2055BB-942A-46D2-A436-FA2099F2A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655" y="4964355"/>
            <a:ext cx="3232390" cy="129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2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Endmill cutter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2, </a:t>
            </a:r>
            <a:r>
              <a:rPr lang="en-US" sz="900" spc="-5" dirty="0" err="1">
                <a:latin typeface="Arial"/>
                <a:cs typeface="Arial"/>
              </a:rPr>
              <a:t>dia</a:t>
            </a:r>
            <a:r>
              <a:rPr lang="en-US" sz="900" spc="-5" dirty="0">
                <a:latin typeface="Arial"/>
                <a:cs typeface="Arial"/>
              </a:rPr>
              <a:t> 1.5mm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20-09-2025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818478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9.8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5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2.81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5.63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 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841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3MCYH2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Setup-2 (Milling)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8D655-00F3-4FA5-A266-9DDD8DE8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34" y="3140075"/>
            <a:ext cx="5284313" cy="203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0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VMC 3 Axis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</a:t>
            </a:r>
            <a:r>
              <a:rPr lang="en-US" sz="900" spc="-5" dirty="0" err="1">
                <a:latin typeface="Arial"/>
                <a:cs typeface="Arial"/>
              </a:rPr>
              <a:t>Ballnose</a:t>
            </a:r>
            <a:r>
              <a:rPr lang="en-US" sz="900" spc="-5" dirty="0">
                <a:latin typeface="Arial"/>
                <a:cs typeface="Arial"/>
              </a:rPr>
              <a:t> 2mm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±0.05mm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5" dirty="0">
                <a:latin typeface="Arial"/>
                <a:cs typeface="Arial"/>
              </a:rPr>
              <a:t>Cutting Parameters: RPM: 1200, Feed: 0.15 </a:t>
            </a:r>
            <a:r>
              <a:rPr sz="900" dirty="0">
                <a:latin typeface="Arial"/>
                <a:cs typeface="Arial"/>
              </a:rPr>
              <a:t>mm/rev, </a:t>
            </a:r>
            <a:r>
              <a:rPr sz="900" spc="-5" dirty="0">
                <a:latin typeface="Arial"/>
                <a:cs typeface="Arial"/>
              </a:rPr>
              <a:t>DOC: 1.5 </a:t>
            </a:r>
            <a:r>
              <a:rPr sz="900" spc="-45" dirty="0">
                <a:latin typeface="Arial"/>
                <a:cs typeface="Arial"/>
              </a:rPr>
              <a:t>mm 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20-09-2025</a:t>
            </a: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9.8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+0.05mm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5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0.</a:t>
                      </a:r>
                      <a:r>
                        <a:rPr lang="en-US" sz="1000" spc="-5" dirty="0">
                          <a:latin typeface="Arial"/>
                          <a:cs typeface="Arial"/>
                        </a:rPr>
                        <a:t>05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2.81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QC3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dirty="0">
                          <a:latin typeface="Arial"/>
                          <a:cs typeface="Arial"/>
                        </a:rPr>
                        <a:t>5.63 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 ± 0.05</a:t>
                      </a:r>
                      <a:r>
                        <a:rPr lang="en-US"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000" dirty="0">
                          <a:latin typeface="Arial"/>
                          <a:cs typeface="Arial"/>
                        </a:rPr>
                        <a:t>mm</a:t>
                      </a: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pc="-10" dirty="0">
                          <a:latin typeface="Arial"/>
                          <a:cs typeface="Arial"/>
                        </a:rPr>
                        <a:t>100%</a:t>
                      </a: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5BF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744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Green Area- Machined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841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3MCYH2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VMC Setup-3 (Milling)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A367B6-C06D-4DA7-A545-43606E45E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31" y="3832165"/>
            <a:ext cx="6175138" cy="208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8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008" y="1614969"/>
            <a:ext cx="3421379" cy="92050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5" dirty="0">
                <a:latin typeface="Arial"/>
                <a:cs typeface="Arial"/>
              </a:rPr>
              <a:t>Machine: </a:t>
            </a:r>
            <a:r>
              <a:rPr lang="en-US" sz="900" spc="-5" dirty="0">
                <a:latin typeface="Arial"/>
                <a:cs typeface="Arial"/>
              </a:rPr>
              <a:t>Manual Tapping </a:t>
            </a:r>
            <a:endParaRPr sz="900" dirty="0">
              <a:latin typeface="Arial"/>
              <a:cs typeface="Arial"/>
            </a:endParaRP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Tools:</a:t>
            </a:r>
            <a:r>
              <a:rPr lang="en-US" sz="900" spc="-5" dirty="0">
                <a:latin typeface="Arial"/>
                <a:cs typeface="Arial"/>
              </a:rPr>
              <a:t> - Tapping set of M1.6</a:t>
            </a:r>
          </a:p>
          <a:p>
            <a:pPr marL="12700" marR="318135">
              <a:lnSpc>
                <a:spcPct val="110000"/>
              </a:lnSpc>
              <a:spcBef>
                <a:spcPts val="10"/>
              </a:spcBef>
            </a:pPr>
            <a:r>
              <a:rPr sz="900" spc="-5" dirty="0">
                <a:latin typeface="Arial"/>
                <a:cs typeface="Arial"/>
              </a:rPr>
              <a:t>Tolerance: </a:t>
            </a:r>
            <a:r>
              <a:rPr lang="en-US" sz="900" spc="-5" dirty="0">
                <a:latin typeface="Arial"/>
                <a:cs typeface="Arial"/>
              </a:rPr>
              <a:t>NA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lang="en-US" sz="900" spc="-5" dirty="0">
                <a:latin typeface="Arial"/>
                <a:cs typeface="Arial"/>
              </a:rPr>
              <a:t>Tapping</a:t>
            </a:r>
            <a:r>
              <a:rPr sz="900" spc="-5" dirty="0">
                <a:latin typeface="Arial"/>
                <a:cs typeface="Arial"/>
              </a:rPr>
              <a:t> Parameters: </a:t>
            </a:r>
            <a:r>
              <a:rPr lang="en-US" sz="900" spc="-5" dirty="0">
                <a:latin typeface="Arial"/>
                <a:cs typeface="Arial"/>
              </a:rPr>
              <a:t>M1.6x 0.4</a:t>
            </a:r>
            <a:r>
              <a:rPr sz="900" spc="-45" dirty="0">
                <a:latin typeface="Arial"/>
                <a:cs typeface="Arial"/>
              </a:rPr>
              <a:t>mm </a:t>
            </a:r>
            <a:endParaRPr lang="en-US" sz="900" spc="-45" dirty="0"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Timeline: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Start: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21-09-2025</a:t>
            </a:r>
            <a:r>
              <a:rPr sz="900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spc="-5" dirty="0">
                <a:latin typeface="Arial"/>
                <a:cs typeface="Arial"/>
              </a:rPr>
              <a:t>End:</a:t>
            </a:r>
            <a:r>
              <a:rPr lang="en-US" sz="900" spc="-5" dirty="0">
                <a:latin typeface="Arial"/>
                <a:cs typeface="Arial"/>
              </a:rPr>
              <a:t> 21-09-2025</a:t>
            </a:r>
            <a:endParaRPr lang="en-US" sz="900" spc="-5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marR="5080">
              <a:lnSpc>
                <a:spcPct val="111100"/>
              </a:lnSpc>
              <a:tabLst>
                <a:tab pos="1284605" algn="l"/>
                <a:tab pos="2028825" algn="l"/>
              </a:tabLst>
            </a:pPr>
            <a:r>
              <a:rPr sz="900" dirty="0">
                <a:latin typeface="Arial"/>
                <a:cs typeface="Arial"/>
              </a:rPr>
              <a:t>Est: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000" y="8535464"/>
            <a:ext cx="12426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Arial"/>
                <a:cs typeface="Arial"/>
              </a:rPr>
              <a:t>Quality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5" dirty="0">
                <a:latin typeface="Arial"/>
                <a:cs typeface="Arial"/>
              </a:rPr>
              <a:t>Checkpoint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97973"/>
              </p:ext>
            </p:extLst>
          </p:nvPr>
        </p:nvGraphicFramePr>
        <p:xfrm>
          <a:off x="484631" y="8865107"/>
          <a:ext cx="6603999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5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Checkpoint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Tolerance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Frequency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Inspector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QC1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M1.6 x0.4MM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000" spc="-5" dirty="0">
                          <a:latin typeface="Arial"/>
                          <a:cs typeface="Arial"/>
                        </a:rPr>
                        <a:t>NA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100%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11850" y="92860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11850" y="95146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1850" y="97432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11850" y="9971822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4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2CEB7E-9205-47E7-8AEA-44BDDBFEAAD0}"/>
              </a:ext>
            </a:extLst>
          </p:cNvPr>
          <p:cNvSpPr/>
          <p:nvPr/>
        </p:nvSpPr>
        <p:spPr>
          <a:xfrm>
            <a:off x="279400" y="7452270"/>
            <a:ext cx="232092" cy="255838"/>
          </a:xfrm>
          <a:prstGeom prst="actionButtonBlank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88C8F8-4B66-4C5F-B8D8-B6F9684E2D29}"/>
              </a:ext>
            </a:extLst>
          </p:cNvPr>
          <p:cNvSpPr txBox="1"/>
          <p:nvPr/>
        </p:nvSpPr>
        <p:spPr>
          <a:xfrm>
            <a:off x="501968" y="7435076"/>
            <a:ext cx="2498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Blue Area- Tapping as per 2d drawing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4828795-A487-45E3-AF68-7BB829C7E98D}"/>
              </a:ext>
            </a:extLst>
          </p:cNvPr>
          <p:cNvSpPr txBox="1"/>
          <p:nvPr/>
        </p:nvSpPr>
        <p:spPr>
          <a:xfrm>
            <a:off x="294965" y="383050"/>
            <a:ext cx="6450965" cy="841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3MCYH2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25"/>
              </a:spcBef>
            </a:pPr>
            <a:r>
              <a:rPr lang="en-US" sz="1400" b="1" spc="-5" dirty="0">
                <a:latin typeface="Arial"/>
                <a:cs typeface="Arial"/>
              </a:rPr>
              <a:t>Setup-3 (Manual Tapping M1.6x0.4mm)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42AE0D-F31F-4993-AE85-064631A1A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62" y="3688508"/>
            <a:ext cx="5182049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7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60400" y="1298549"/>
            <a:ext cx="1645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Timeline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Sign-off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53755"/>
              </p:ext>
            </p:extLst>
          </p:nvPr>
        </p:nvGraphicFramePr>
        <p:xfrm>
          <a:off x="928116" y="1924811"/>
          <a:ext cx="5715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Start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Estimated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Completion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Delivery Due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19-09-2025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21-09-2025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22-09-2025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1623" y="2636532"/>
          <a:ext cx="5969633" cy="457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58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Vendor Signature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ShiaanX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Approval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Date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22350" y="234592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7350" y="234592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32350" y="234592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19350" y="3049165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9350" y="3049165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4350" y="3049165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>
                <a:moveTo>
                  <a:pt x="0" y="0"/>
                </a:moveTo>
                <a:lnTo>
                  <a:pt x="635635" y="0"/>
                </a:lnTo>
              </a:path>
            </a:pathLst>
          </a:custGeom>
          <a:ln w="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0BBF98FC-92FD-452B-9838-7B407C39EBE8}"/>
              </a:ext>
            </a:extLst>
          </p:cNvPr>
          <p:cNvSpPr txBox="1"/>
          <p:nvPr/>
        </p:nvSpPr>
        <p:spPr>
          <a:xfrm>
            <a:off x="294965" y="383050"/>
            <a:ext cx="6450965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Arial"/>
                <a:cs typeface="Arial"/>
              </a:rPr>
              <a:t>ShiaanX </a:t>
            </a:r>
            <a:r>
              <a:rPr lang="en-US" sz="1400" b="1" dirty="0">
                <a:latin typeface="Arial"/>
                <a:cs typeface="Arial"/>
              </a:rPr>
              <a:t>CNC </a:t>
            </a:r>
            <a:r>
              <a:rPr lang="en-US" sz="1400" b="1" spc="-10" dirty="0">
                <a:latin typeface="Arial"/>
                <a:cs typeface="Arial"/>
              </a:rPr>
              <a:t>Job </a:t>
            </a:r>
            <a:r>
              <a:rPr lang="en-US" sz="1400" b="1" spc="-5" dirty="0">
                <a:latin typeface="Arial"/>
                <a:cs typeface="Arial"/>
              </a:rPr>
              <a:t>Card </a:t>
            </a:r>
            <a:r>
              <a:rPr lang="en-US" sz="1400" b="1" dirty="0">
                <a:latin typeface="Arial"/>
                <a:cs typeface="Arial"/>
              </a:rPr>
              <a:t>– </a:t>
            </a:r>
            <a:r>
              <a:rPr lang="en-US" sz="1400" b="1" spc="-5" dirty="0">
                <a:latin typeface="Arial"/>
                <a:cs typeface="Arial"/>
              </a:rPr>
              <a:t>Job </a:t>
            </a:r>
            <a:r>
              <a:rPr lang="en-US" sz="1400" b="1" dirty="0">
                <a:latin typeface="Arial"/>
                <a:cs typeface="Arial"/>
              </a:rPr>
              <a:t>ID: </a:t>
            </a:r>
            <a:r>
              <a:rPr lang="en-US" sz="1400" b="1" spc="-5" dirty="0">
                <a:latin typeface="Arial"/>
                <a:cs typeface="Arial"/>
              </a:rPr>
              <a:t>SX-2025-0041 </a:t>
            </a:r>
            <a:r>
              <a:rPr lang="en-US" sz="1400" b="1" dirty="0">
                <a:latin typeface="Arial"/>
                <a:cs typeface="Arial"/>
              </a:rPr>
              <a:t>| </a:t>
            </a:r>
            <a:r>
              <a:rPr lang="en-US" sz="1400" b="1" spc="-5" dirty="0">
                <a:latin typeface="Arial"/>
                <a:cs typeface="Arial"/>
              </a:rPr>
              <a:t>Part: 3MCYH2 (AL-6061 T6)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Words>578</Words>
  <Application>Microsoft Office PowerPoint</Application>
  <PresentationFormat>Custom</PresentationFormat>
  <Paragraphs>156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LENOVO</cp:lastModifiedBy>
  <cp:revision>29</cp:revision>
  <dcterms:created xsi:type="dcterms:W3CDTF">2025-08-22T07:09:27Z</dcterms:created>
  <dcterms:modified xsi:type="dcterms:W3CDTF">2026-02-25T04:45:20Z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2025-08-21T00:00:00Z</vt:filetime>
  </property>
  <property fmtid="{D5CDD505-2E9C-101B-9397-08002B2CF9AE}" pid="3" name="Creator">
    <vt:lpwstr>Acrobat PDFMaker 20 for Word</vt:lpwstr>
  </property>
  <property fmtid="{D5CDD505-2E9C-101B-9397-08002B2CF9AE}" pid="4" name="LastSaved">
    <vt:filetime>2025-08-22T00:00:00Z</vt:filetime>
  </property>
</Properties>
</file>